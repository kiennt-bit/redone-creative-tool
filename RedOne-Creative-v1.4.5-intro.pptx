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08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0391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920240"/>
            <a:ext cx="5943600" cy="5943600"/>
          </a:xfrm>
          <a:prstGeom prst="ellipse">
            <a:avLst/>
          </a:prstGeom>
          <a:solidFill>
            <a:srgbClr val="DC2626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840480"/>
            <a:ext cx="5029200" cy="5029200"/>
          </a:xfrm>
          <a:prstGeom prst="ellipse">
            <a:avLst/>
          </a:prstGeom>
          <a:solidFill>
            <a:srgbClr val="DC262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417320"/>
            <a:ext cx="1051560" cy="1051560"/>
          </a:xfrm>
          <a:prstGeom prst="roundRect">
            <a:avLst>
              <a:gd name="adj" fmla="val 19130"/>
            </a:avLst>
          </a:prstGeom>
          <a:solidFill>
            <a:srgbClr val="EF4444"/>
          </a:solidFill>
          <a:ln/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371600"/>
            <a:ext cx="105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RedOne Creative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công cụ sáng tạo nội dung bằng AI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4389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ảnh · Tạo video · Xử </a:t>
            </a:r>
            <a:r>
              <a:rPr lang="en-US" sz="1450" dirty="0" err="1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45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media ( </a:t>
            </a:r>
            <a:r>
              <a:rPr lang="en-US" sz="1450" dirty="0" err="1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</a:t>
            </a:r>
            <a:r>
              <a:rPr lang="en-US" sz="145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45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lượng</a:t>
            </a:r>
            <a:r>
              <a:rPr lang="en-US" sz="145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lớn</a:t>
            </a:r>
            <a:r>
              <a:rPr lang="en-US" sz="145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  — tất cả trong một app, ngay trên máy bạn.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525780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" y="5413248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298448" y="5257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mắt nội bộ  ·  Phiên bản 1.4.5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87552" cy="310896"/>
          </a:xfrm>
          <a:prstGeom prst="roundRect">
            <a:avLst>
              <a:gd name="adj" fmla="val 50000"/>
            </a:avLst>
          </a:prstGeom>
          <a:solidFill>
            <a:srgbClr val="2A1A1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RedOne Creative là gì?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app desktop gom toàn bộ công cụ AI để TẠO và XỬ LÝ nội dung </a:t>
            </a:r>
            <a:r>
              <a:rPr lang="en-US" sz="1500" dirty="0" err="1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</a:t>
            </a:r>
            <a:r>
              <a:rPr lang="en-US" sz="15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5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lượng</a:t>
            </a:r>
            <a:r>
              <a:rPr lang="en-US" sz="15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lớn</a:t>
            </a:r>
            <a:r>
              <a:rPr lang="en-US" sz="15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thao tác </a:t>
            </a:r>
            <a:r>
              <a:rPr lang="en-US" sz="1500" dirty="0" err="1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</a:t>
            </a:r>
            <a:r>
              <a:rPr lang="en-US" sz="15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</a:t>
            </a:r>
            <a:r>
              <a:rPr lang="en-US" sz="15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dirty="0" err="1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</a:t>
            </a:r>
            <a:r>
              <a:rPr lang="en-US" sz="15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</a:t>
            </a:r>
            <a:r>
              <a:rPr lang="en-US" sz="15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ngay</a:t>
            </a:r>
            <a:r>
              <a:rPr lang="en-US" sz="15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</a:t>
            </a:r>
            <a:r>
              <a:rPr lang="en-US" sz="15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web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679192" cy="3291840"/>
          </a:xfrm>
          <a:prstGeom prst="roundRect">
            <a:avLst>
              <a:gd name="adj" fmla="val 4096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734056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2642616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 cả trong 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59536" y="3099816"/>
            <a:ext cx="20756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ảnh, video và xử </a:t>
            </a:r>
            <a:r>
              <a:rPr lang="en-US" sz="1150" dirty="0" err="1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1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media </a:t>
            </a:r>
            <a:r>
              <a:rPr lang="en-US" sz="1150" dirty="0" err="1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</a:t>
            </a:r>
            <a:r>
              <a:rPr lang="en-US" sz="11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1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lượng</a:t>
            </a:r>
            <a:r>
              <a:rPr lang="en-US" sz="11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lớn</a:t>
            </a:r>
            <a:r>
              <a:rPr lang="en-US" sz="11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không cần nhảy qua nhiều phần mềm.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2423160"/>
            <a:ext cx="2679192" cy="3291840"/>
          </a:xfrm>
          <a:prstGeom prst="roundRect">
            <a:avLst>
              <a:gd name="adj" fmla="val 4096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75888" y="2734056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950208" y="2642616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giản, chạy tại máy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94176" y="3099816"/>
            <a:ext cx="20756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gọn, bấm vài bước là có kết quả lưu cạnh app.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2423160"/>
            <a:ext cx="2679192" cy="3291840"/>
          </a:xfrm>
          <a:prstGeom prst="roundRect">
            <a:avLst>
              <a:gd name="adj" fmla="val 4096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10528" y="2734056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6784848" y="2642616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Tiếng Việt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528816" y="3099816"/>
            <a:ext cx="20756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và thông báo lỗi rõ ràng bằng tiếng Việt, kèm cách xử lý.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52560" y="2423160"/>
            <a:ext cx="2679192" cy="3291840"/>
          </a:xfrm>
          <a:prstGeom prst="roundRect">
            <a:avLst>
              <a:gd name="adj" fmla="val 4096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45168" y="2734056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9619488" y="2642616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tác vụ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363456" y="3099816"/>
            <a:ext cx="20756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đợi: tạm dừng / tiếp tục / hủy mọi tác vụ bất cứ lúc nào.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RedOne Creative  ·  v1.4.5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03427" cy="310896"/>
          </a:xfrm>
          <a:prstGeom prst="roundRect">
            <a:avLst>
              <a:gd name="adj" fmla="val 50000"/>
            </a:avLst>
          </a:prstGeom>
          <a:solidFill>
            <a:srgbClr val="2A1A1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8668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đồ tính năng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4572000" cy="4773168"/>
          </a:xfrm>
          <a:prstGeom prst="roundRect">
            <a:avLst>
              <a:gd name="adj" fmla="val 2400"/>
            </a:avLst>
          </a:prstGeom>
          <a:solidFill>
            <a:srgbClr val="16191F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768643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SÁNG TẠO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77824" y="2158226"/>
            <a:ext cx="109728" cy="109728"/>
          </a:xfrm>
          <a:prstGeom prst="ellipse">
            <a:avLst/>
          </a:prstGeom>
          <a:solidFill>
            <a:srgbClr val="323945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2061251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Video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77824" y="2473694"/>
            <a:ext cx="109728" cy="109728"/>
          </a:xfrm>
          <a:prstGeom prst="ellipse">
            <a:avLst/>
          </a:prstGeom>
          <a:solidFill>
            <a:srgbClr val="323945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2376719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Ảnh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77824" y="2789162"/>
            <a:ext cx="109728" cy="109728"/>
          </a:xfrm>
          <a:prstGeom prst="ellipse">
            <a:avLst/>
          </a:prstGeom>
          <a:solidFill>
            <a:srgbClr val="323945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2692187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Storyboard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7824" y="3104630"/>
            <a:ext cx="109728" cy="109728"/>
          </a:xfrm>
          <a:prstGeom prst="ellipse">
            <a:avLst/>
          </a:prstGeom>
          <a:solidFill>
            <a:srgbClr val="323945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3007655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Shakker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7824" y="3420098"/>
            <a:ext cx="109728" cy="109728"/>
          </a:xfrm>
          <a:prstGeom prst="ellipse">
            <a:avLst/>
          </a:prstGeom>
          <a:solidFill>
            <a:srgbClr val="323945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3323123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Dài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38541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7824" y="4137902"/>
            <a:ext cx="109728" cy="109728"/>
          </a:xfrm>
          <a:prstGeom prst="ellipse">
            <a:avLst/>
          </a:prstGeom>
          <a:solidFill>
            <a:srgbClr val="323945"/>
          </a:solidFill>
          <a:ln/>
        </p:spPr>
      </p:sp>
      <p:sp>
        <p:nvSpPr>
          <p:cNvPr id="19" name="Text 17"/>
          <p:cNvSpPr/>
          <p:nvPr/>
        </p:nvSpPr>
        <p:spPr>
          <a:xfrm>
            <a:off x="1115568" y="4040927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nền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7824" y="4453370"/>
            <a:ext cx="109728" cy="109728"/>
          </a:xfrm>
          <a:prstGeom prst="ellipse">
            <a:avLst/>
          </a:prstGeom>
          <a:solidFill>
            <a:srgbClr val="323945"/>
          </a:solidFill>
          <a:ln/>
        </p:spPr>
      </p:sp>
      <p:sp>
        <p:nvSpPr>
          <p:cNvPr id="21" name="Text 19"/>
          <p:cNvSpPr/>
          <p:nvPr/>
        </p:nvSpPr>
        <p:spPr>
          <a:xfrm>
            <a:off x="1115568" y="4356395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Watermark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77824" y="4768838"/>
            <a:ext cx="109728" cy="109728"/>
          </a:xfrm>
          <a:prstGeom prst="ellipse">
            <a:avLst/>
          </a:prstGeom>
          <a:solidFill>
            <a:srgbClr val="323945"/>
          </a:solidFill>
          <a:ln/>
        </p:spPr>
      </p:sp>
      <p:sp>
        <p:nvSpPr>
          <p:cNvPr id="23" name="Text 21"/>
          <p:cNvSpPr/>
          <p:nvPr/>
        </p:nvSpPr>
        <p:spPr>
          <a:xfrm>
            <a:off x="1115568" y="4671863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Ghép Audio · Phụ đề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52029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77824" y="548664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1115568" y="5389667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Task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77824" y="5802110"/>
            <a:ext cx="109728" cy="109728"/>
          </a:xfrm>
          <a:prstGeom prst="ellipse">
            <a:avLst/>
          </a:prstGeom>
          <a:solidFill>
            <a:srgbClr val="323945"/>
          </a:solidFill>
          <a:ln/>
        </p:spPr>
      </p:sp>
      <p:sp>
        <p:nvSpPr>
          <p:cNvPr id="28" name="Text 26"/>
          <p:cNvSpPr/>
          <p:nvPr/>
        </p:nvSpPr>
        <p:spPr>
          <a:xfrm>
            <a:off x="1115568" y="5705135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77824" y="6107954"/>
            <a:ext cx="109728" cy="109728"/>
          </a:xfrm>
          <a:prstGeom prst="ellipse">
            <a:avLst/>
          </a:prstGeom>
          <a:solidFill>
            <a:srgbClr val="323945"/>
          </a:solidFill>
          <a:ln/>
        </p:spPr>
      </p:sp>
      <p:sp>
        <p:nvSpPr>
          <p:cNvPr id="30" name="Text 28"/>
          <p:cNvSpPr/>
          <p:nvPr/>
        </p:nvSpPr>
        <p:spPr>
          <a:xfrm>
            <a:off x="1115568" y="6020603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94960" y="1627632"/>
            <a:ext cx="6245352" cy="859536"/>
          </a:xfrm>
          <a:prstGeom prst="roundRect">
            <a:avLst>
              <a:gd name="adj" fmla="val 12766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687568" y="196596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5961888" y="1746504"/>
            <a:ext cx="5422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Sáng tạo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961888" y="2057400"/>
            <a:ext cx="5422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Ảnh, Tạo Video, Storyboard, Video Dài, Ảnh Shakker.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94960" y="2592324"/>
            <a:ext cx="6245352" cy="859536"/>
          </a:xfrm>
          <a:prstGeom prst="roundRect">
            <a:avLst>
              <a:gd name="adj" fmla="val 12766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687568" y="2930652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5961888" y="2711196"/>
            <a:ext cx="5422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AI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961888" y="3022092"/>
            <a:ext cx="5422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→ Prompt, Ý tưởng → Prompt, Ảnh → Prompt.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94960" y="3557016"/>
            <a:ext cx="6245352" cy="859536"/>
          </a:xfrm>
          <a:prstGeom prst="roundRect">
            <a:avLst>
              <a:gd name="adj" fmla="val 12766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687568" y="3895344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1" name="Text 39"/>
          <p:cNvSpPr/>
          <p:nvPr/>
        </p:nvSpPr>
        <p:spPr>
          <a:xfrm>
            <a:off x="5961888" y="3675888"/>
            <a:ext cx="5422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ảnh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5961888" y="3986784"/>
            <a:ext cx="5422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nền, Xóa logo, Resize hàng loạt.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394960" y="4521708"/>
            <a:ext cx="6245352" cy="859536"/>
          </a:xfrm>
          <a:prstGeom prst="roundRect">
            <a:avLst>
              <a:gd name="adj" fmla="val 12766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687568" y="4860036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5961888" y="4640580"/>
            <a:ext cx="5422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video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5961888" y="4951476"/>
            <a:ext cx="5422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Watermark (khoanh vùng), Ghép Audio, Phụ đề.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394960" y="5486400"/>
            <a:ext cx="6245352" cy="859536"/>
          </a:xfrm>
          <a:prstGeom prst="roundRect">
            <a:avLst>
              <a:gd name="adj" fmla="val 12766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687568" y="5824728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49" name="Text 47"/>
          <p:cNvSpPr/>
          <p:nvPr/>
        </p:nvSpPr>
        <p:spPr>
          <a:xfrm>
            <a:off x="5961888" y="5605272"/>
            <a:ext cx="5422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5961888" y="5916168"/>
            <a:ext cx="5422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Task, Tài Khoản, Cài Đặt, Upscale.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RedOne Creative  ·  v1.4.5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19302" cy="310896"/>
          </a:xfrm>
          <a:prstGeom prst="roundRect">
            <a:avLst>
              <a:gd name="adj" fmla="val 50000"/>
            </a:avLst>
          </a:prstGeom>
          <a:solidFill>
            <a:srgbClr val="2A1A1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827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SÁNG TẠO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nội dung bằng AI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956816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18653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Ảnh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59536" y="2322576"/>
            <a:ext cx="30540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Flow / Nano Banana — text→ảnh &amp; ảnh→ảnh, nhiều tỉ lệ.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1688" y="164592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54296" y="1956816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928616" y="18653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Video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72584" y="2322576"/>
            <a:ext cx="30540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Text→Video (T2V) và Ảnh→Video (I2V) chất lượng cao.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74736" y="164592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67344" y="1956816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8741664" y="18653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85632" y="2322576"/>
            <a:ext cx="30540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kịch bản tự tách thành nhiều cảnh, gen ảnh từng cảnh.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" y="4379976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115568" y="42885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Dài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59536" y="4745736"/>
            <a:ext cx="30540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Nối nhiều cảnh thành một video dài liền mạch.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61688" y="406908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54296" y="4379976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/>
          <p:nvPr/>
        </p:nvSpPr>
        <p:spPr>
          <a:xfrm>
            <a:off x="4928616" y="42885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Shakker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672584" y="4745736"/>
            <a:ext cx="30540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model &amp; LoRA phong cách riêng + upscale 2x/3x/4x.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74736" y="406908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67344" y="4379976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27" name="Text 25"/>
          <p:cNvSpPr/>
          <p:nvPr/>
        </p:nvSpPr>
        <p:spPr>
          <a:xfrm>
            <a:off x="8741664" y="42885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AI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485632" y="4745736"/>
            <a:ext cx="30540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/ Ý tưởng / Ảnh → tự sinh prompt để tạo tiếp.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RedOne Creative  ·  v1.4.5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92301" cy="310896"/>
          </a:xfrm>
          <a:prstGeom prst="roundRect">
            <a:avLst>
              <a:gd name="adj" fmla="val 50000"/>
            </a:avLst>
          </a:prstGeom>
          <a:solidFill>
            <a:srgbClr val="2A1A1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14557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 CẤP &amp; XỬ LÝ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 cấp chất lượng &amp; xử lý media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956816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18653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Upscale 2K / 4K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59536" y="2322576"/>
            <a:ext cx="30540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 nét ảnh Flow lên 2K/4K (và Shakker 2–4x) — giữ đúng tỉ lệ.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1688" y="164592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54296" y="1956816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928616" y="18653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nền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72584" y="2322576"/>
            <a:ext cx="30540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phông ảnh tự động, lấy chủ thể nhanh.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74736" y="164592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67344" y="1956816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8741664" y="18653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logo ảnh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85632" y="2322576"/>
            <a:ext cx="30540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Khoanh vùng watermark trên ảnh và xóa sạch.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" y="4379976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115568" y="42885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hàng loạt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59536" y="4745736"/>
            <a:ext cx="30540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kích thước nhiều ảnh cùng lúc theo chuẩn.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61688" y="406908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54296" y="4379976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/>
          <p:nvPr/>
        </p:nvSpPr>
        <p:spPr>
          <a:xfrm>
            <a:off x="4928616" y="42885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Watermark Video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672584" y="4745736"/>
            <a:ext cx="30540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Khoanh vùng logo → xóa cho NHIỀU video cùng lúc.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74736" y="406908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67344" y="4379976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27" name="Text 25"/>
          <p:cNvSpPr/>
          <p:nvPr/>
        </p:nvSpPr>
        <p:spPr>
          <a:xfrm>
            <a:off x="8741664" y="42885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Ghép Audio · Phụ đề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485632" y="4745736"/>
            <a:ext cx="30540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nhạc/lồng tiếng và thêm phụ đề cho video.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RedOne Creative  ·  v1.4.5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55802" cy="310896"/>
          </a:xfrm>
          <a:prstGeom prst="roundRect">
            <a:avLst>
              <a:gd name="adj" fmla="val 50000"/>
            </a:avLst>
          </a:prstGeom>
          <a:solidFill>
            <a:srgbClr val="2A1A1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11192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NỔI BẬT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Task thông minh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3504" y="1746504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16550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đợi tuần tự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0976" y="20208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tác vụ xếp hàng, chạy lần lượt, rõ tiến độ.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3504" y="2715768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2624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Tạm dừng · Tiếp tục · Hủy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50976" y="299008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Dừng giữa chừng rồi chạy tiếp đúng chỗ đang dở.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" y="3685032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5935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Upscale gom dưới task gốc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50976" y="395935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nâng cấp nằm gọn dưới task tạo ảnh, xổ/thu được.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" y="4654296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950976" y="45628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lỗi tiếng Việt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0976" y="492861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Google/Shakker dịch sang tiếng Việt kèm cách xử lý.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169164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16191F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37960" y="18928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TASK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37960" y="2258568"/>
            <a:ext cx="4800600" cy="640080"/>
          </a:xfrm>
          <a:prstGeom prst="roundRect">
            <a:avLst>
              <a:gd name="adj" fmla="val 8571"/>
            </a:avLst>
          </a:prstGeom>
          <a:solidFill>
            <a:srgbClr val="272D37"/>
          </a:solidFill>
          <a:ln w="12700">
            <a:solidFill>
              <a:srgbClr val="3239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39128" y="2500884"/>
            <a:ext cx="155448" cy="1554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225856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 mozart  ·  Tạo Ảnh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921240" y="243230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E232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21240" y="24323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chạy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30568" y="2971800"/>
            <a:ext cx="0" cy="1417320"/>
          </a:xfrm>
          <a:prstGeom prst="line">
            <a:avLst/>
          </a:prstGeom>
          <a:noFill/>
          <a:ln w="25400">
            <a:solidFill>
              <a:srgbClr val="3239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3035808"/>
            <a:ext cx="4297680" cy="566928"/>
          </a:xfrm>
          <a:prstGeom prst="roundRect">
            <a:avLst>
              <a:gd name="adj" fmla="val 9677"/>
            </a:avLst>
          </a:prstGeom>
          <a:solidFill>
            <a:srgbClr val="11141A"/>
          </a:solidFill>
          <a:ln w="12700">
            <a:solidFill>
              <a:srgbClr val="3239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42048" y="3241548"/>
            <a:ext cx="155448" cy="1554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30358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 mozart_upscale 4K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921240" y="317296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E232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21240" y="31729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040880" y="3721608"/>
            <a:ext cx="4297680" cy="566928"/>
          </a:xfrm>
          <a:prstGeom prst="roundRect">
            <a:avLst>
              <a:gd name="adj" fmla="val 9677"/>
            </a:avLst>
          </a:prstGeom>
          <a:solidFill>
            <a:srgbClr val="11141A"/>
          </a:solidFill>
          <a:ln w="12700">
            <a:solidFill>
              <a:srgbClr val="3239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42048" y="3927348"/>
            <a:ext cx="155448" cy="1554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0" y="37216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 mozart_upscale 2K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921240" y="385876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E232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21240" y="38587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Tạm dừng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37960" y="4471416"/>
            <a:ext cx="4800600" cy="640080"/>
          </a:xfrm>
          <a:prstGeom prst="roundRect">
            <a:avLst>
              <a:gd name="adj" fmla="val 8571"/>
            </a:avLst>
          </a:prstGeom>
          <a:solidFill>
            <a:srgbClr val="272D37"/>
          </a:solidFill>
          <a:ln w="12700">
            <a:solidFill>
              <a:srgbClr val="3239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39128" y="4713732"/>
            <a:ext cx="155448" cy="15544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6995160" y="4471416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gioi thieu  ·  Tạo Video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921240" y="464515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E232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21240" y="46451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RedOne Creative  ·  v1.4.5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5178" cy="310896"/>
          </a:xfrm>
          <a:prstGeom prst="roundRect">
            <a:avLst>
              <a:gd name="adj" fmla="val 50000"/>
            </a:avLst>
          </a:prstGeom>
          <a:solidFill>
            <a:srgbClr val="2A1A1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6986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trong 3 bước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340864"/>
            <a:ext cx="713232" cy="713232"/>
          </a:xfrm>
          <a:prstGeom prst="ellipse">
            <a:avLst/>
          </a:prstGeom>
          <a:solidFill>
            <a:srgbClr val="EF4444"/>
          </a:solidFill>
          <a:ln/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2322576"/>
            <a:ext cx="713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59536" y="329184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file cài đặt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9536" y="3794760"/>
            <a:ext cx="30358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RedOne-Creative-Setup-v1.4.5.exe → bấm "Yes" ở cửa sổ UAC. App + extension được cài tự động.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1688" y="201168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72584" y="2340864"/>
            <a:ext cx="713232" cy="713232"/>
          </a:xfrm>
          <a:prstGeom prst="ellipse">
            <a:avLst/>
          </a:prstGeom>
          <a:solidFill>
            <a:srgbClr val="3B82F6"/>
          </a:solidFill>
          <a:ln/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72584" y="2322576"/>
            <a:ext cx="713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72584" y="329184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lại Chrome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72584" y="3794760"/>
            <a:ext cx="30358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hẳn rồi mở lại Chrome — extension "RedOne Auth Helper" tự cài (hiện "Installed by enterprise policy").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74736" y="201168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85632" y="2340864"/>
            <a:ext cx="713232" cy="713232"/>
          </a:xfrm>
          <a:prstGeom prst="ellipse">
            <a:avLst/>
          </a:prstGeom>
          <a:solidFill>
            <a:srgbClr val="22C55E"/>
          </a:solidFill>
          <a:ln/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85632" y="2322576"/>
            <a:ext cx="713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85632" y="329184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tài khoản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85632" y="3794760"/>
            <a:ext cx="30358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labs.google (Google Flow) và shakker.ai, đăng nhập — extension tự đồng bộ. Xong là dùng được.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Mẹo: dữ liệu &amp; kết quả lưu cạnh app; có thể tự cập nhật bản mới ngay trong app.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RedOne Creative  ·  v1.4.5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5178" cy="310896"/>
          </a:xfrm>
          <a:prstGeom prst="roundRect">
            <a:avLst>
              <a:gd name="adj" fmla="val 50000"/>
            </a:avLst>
          </a:prstGeom>
          <a:solidFill>
            <a:srgbClr val="2A1A1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6986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 DỤNG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đầu dùng — 3 luồng nhanh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203704"/>
            <a:ext cx="219456" cy="21945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170432" y="20939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ảnh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77824" y="2834640"/>
            <a:ext cx="310896" cy="310896"/>
          </a:xfrm>
          <a:prstGeom prst="ellipse">
            <a:avLst/>
          </a:prstGeom>
          <a:solidFill>
            <a:srgbClr val="272D3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16736" y="279806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prompt mô tả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77824" y="3493008"/>
            <a:ext cx="310896" cy="310896"/>
          </a:xfrm>
          <a:prstGeom prst="ellipse">
            <a:avLst/>
          </a:prstGeom>
          <a:solidFill>
            <a:srgbClr val="272D3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16736" y="34564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model + tỉ lệ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77824" y="4151376"/>
            <a:ext cx="310896" cy="310896"/>
          </a:xfrm>
          <a:prstGeom prst="ellipse">
            <a:avLst/>
          </a:prstGeom>
          <a:solidFill>
            <a:srgbClr val="272D3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16736" y="4114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Gen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77824" y="4809744"/>
            <a:ext cx="310896" cy="310896"/>
          </a:xfrm>
          <a:prstGeom prst="ellipse">
            <a:avLst/>
          </a:prstGeom>
          <a:solidFill>
            <a:srgbClr val="272D3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809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16736" y="47731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hiện trong gallery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61688" y="187452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72584" y="2203704"/>
            <a:ext cx="219456" cy="21945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0939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Upscale 2K / 4K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4690872" y="2834640"/>
            <a:ext cx="310896" cy="310896"/>
          </a:xfrm>
          <a:prstGeom prst="ellipse">
            <a:avLst/>
          </a:prstGeom>
          <a:solidFill>
            <a:srgbClr val="272D3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0872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9784" y="279806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ảnh đã tạo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90872" y="3493008"/>
            <a:ext cx="310896" cy="310896"/>
          </a:xfrm>
          <a:prstGeom prst="ellipse">
            <a:avLst/>
          </a:prstGeom>
          <a:solidFill>
            <a:srgbClr val="272D3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9784" y="34564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2K hoặc 4K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690872" y="4151376"/>
            <a:ext cx="310896" cy="310896"/>
          </a:xfrm>
          <a:prstGeom prst="ellipse">
            <a:avLst/>
          </a:prstGeom>
          <a:solidFill>
            <a:srgbClr val="272D3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90872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9784" y="4114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ở Quản lý Task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690872" y="4809744"/>
            <a:ext cx="310896" cy="310896"/>
          </a:xfrm>
          <a:prstGeom prst="ellipse">
            <a:avLst/>
          </a:prstGeom>
          <a:solidFill>
            <a:srgbClr val="272D3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90872" y="4809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29784" y="47731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ảnh nét hơn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174736" y="187452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485632" y="2203704"/>
            <a:ext cx="219456" cy="21945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7" name="Text 35"/>
          <p:cNvSpPr/>
          <p:nvPr/>
        </p:nvSpPr>
        <p:spPr>
          <a:xfrm>
            <a:off x="8796528" y="20939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watermark video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8503920" y="2834640"/>
            <a:ext cx="310896" cy="310896"/>
          </a:xfrm>
          <a:prstGeom prst="ellipse">
            <a:avLst/>
          </a:prstGeom>
          <a:solidFill>
            <a:srgbClr val="272D3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942832" y="279806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1 hoặc nhiều video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8503920" y="3493008"/>
            <a:ext cx="310896" cy="310896"/>
          </a:xfrm>
          <a:prstGeom prst="ellipse">
            <a:avLst/>
          </a:prstGeom>
          <a:solidFill>
            <a:srgbClr val="272D3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03920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942832" y="34564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Khoanh vùng quanh logo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503920" y="4151376"/>
            <a:ext cx="310896" cy="310896"/>
          </a:xfrm>
          <a:prstGeom prst="ellipse">
            <a:avLst/>
          </a:prstGeom>
          <a:solidFill>
            <a:srgbClr val="272D3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03920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942832" y="4114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Xóa watermark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8503920" y="4809744"/>
            <a:ext cx="310896" cy="310896"/>
          </a:xfrm>
          <a:prstGeom prst="ellipse">
            <a:avLst/>
          </a:prstGeom>
          <a:solidFill>
            <a:srgbClr val="272D3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03920" y="4809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942832" y="47731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video sạch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RedOne Creative  ·  v1.4.5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98678" cy="310896"/>
          </a:xfrm>
          <a:prstGeom prst="roundRect">
            <a:avLst>
              <a:gd name="adj" fmla="val 50000"/>
            </a:avLst>
          </a:prstGeom>
          <a:solidFill>
            <a:srgbClr val="2A1A1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3621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MẸO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Mẹo dùng &amp; xử lý lỗi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lỗi đều được dịch sang tiếng Việt kèm cách khắc phục — không còn mã lỗi khó hiểu.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532888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24414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Hết lượt hôm nay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59536" y="2880360"/>
            <a:ext cx="4882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sang tài khoản Google khác ở tab Tài Khoản, hoặc chờ sang ngày.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53912" y="224028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53288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4414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Bị chặn nội dung / bản quyền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64808" y="2880360"/>
            <a:ext cx="4882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prompt cho an toàn, hoặc đổi ảnh tham chiếu (tránh người thật / logo).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087368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39959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tạm thời (timeout / internal)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9536" y="4434840"/>
            <a:ext cx="4882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lỗi phía Google/Shakker — chỉ cần bấm "Gen lại".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53912" y="379476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46520" y="4087368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39959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nhiều cho nhanh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64808" y="4434840"/>
            <a:ext cx="4882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số luồng song song trong Cài Đặt; dùng Quản lý Task để theo dõi.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RedOne Creative  ·  v1.4.5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3291840"/>
            <a:ext cx="6400800" cy="6400800"/>
          </a:xfrm>
          <a:prstGeom prst="ellipse">
            <a:avLst/>
          </a:prstGeom>
          <a:solidFill>
            <a:srgbClr val="DC262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150876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  <a:effectLst>
            <a:outerShdw blurRad="1524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46304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→ Đăng nhập → Sáng tạo.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đầu tạo ảnh &amp; video AI ngay hôm nay với RedOne Creative.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4663440"/>
            <a:ext cx="3840480" cy="548640"/>
          </a:xfrm>
          <a:prstGeom prst="roundRect">
            <a:avLst>
              <a:gd name="adj" fmla="val 50000"/>
            </a:avLst>
          </a:prstGeom>
          <a:solidFill>
            <a:srgbClr val="1E232B"/>
          </a:solidFill>
          <a:ln w="12700">
            <a:solidFill>
              <a:srgbClr val="3239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6634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trợ: nhóm nội bộ / 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466344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2A1A1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4663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bản 1.4.5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DA80DFA-862E-475A-A6C5-FC2C0A520BA9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5b54868-1df9-42fa-b1f9-53331b5593a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1000</Words>
  <Application>Microsoft Office PowerPoint</Application>
  <PresentationFormat>Widescreen</PresentationFormat>
  <Paragraphs>172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RedOne Creative v1.4.5</dc:title>
  <dc:subject>PptxGenJS Presentation</dc:subject>
  <dc:creator>RedOne</dc:creator>
  <cp:lastModifiedBy>Kiên Nguyễn</cp:lastModifiedBy>
  <cp:revision>3</cp:revision>
  <dcterms:created xsi:type="dcterms:W3CDTF">2026-06-26T02:46:45Z</dcterms:created>
  <dcterms:modified xsi:type="dcterms:W3CDTF">2026-06-26T04:06:52Z</dcterms:modified>
</cp:coreProperties>
</file>